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0BF8EA-B722-1FE6-1399-9E6D18CB4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4097401-85C4-071B-C48E-257D09633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FFAA3C-316E-E39E-772B-F039CDC6B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80E6523-A288-538D-47F0-977F842FB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0FE12C-92EE-E4AF-29AA-13A36DCC6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354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438B77-B6B0-9544-A035-8672FE26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955C44-9DEE-7ADA-5F14-C41BFFDDD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991D9A-AFD0-4D7D-2616-0609CBA1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0BAFFD-CD51-3FCF-78F1-D47BF76C4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7CB31F-C546-24F8-6873-D4472C4C5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29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BFA3A2-6FE1-33BF-8E4D-5AE3E77FB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BA2901-D8E8-94BE-A221-843179F5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615068-4DEA-D502-DD32-92715F2B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23D519-038D-43BE-BB41-05FD9EAE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E682F0-C364-7EAF-6DEC-D48F7AF2A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6440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6F0BA-F43B-547C-B73C-B3C662FA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30EF43-D86E-DD31-0987-FE41E2F51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1AC77E-31BC-182E-1197-F104A0902D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DAE141-FCF9-FE99-EA22-956DD330A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AA115D-444E-01BA-7EB6-E93A2981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79C83B-5BCD-A11B-ECB5-F796090A1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927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C08D5-57BF-8DDF-F677-356DA59F0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DCA6AFE-14E2-3196-D282-7A9BA6A65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ED1D70C-6A3B-25EB-2678-DA88A9DB6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28C6885-8708-CF4E-15D2-B799E59137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0C7BAA-1ED5-44AA-544E-88E015D5B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BD4555-5570-14E3-90F4-CCC67CB57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FBA5C3B-A162-D104-FD1D-563CD9165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A83226A-BC03-9145-F145-E81BE5F3F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645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4C661-7959-9027-F822-F5E7DB47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0F9A323-4315-DD4E-9371-DFAB00ED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64536B-6BAA-950D-2E39-A7B994C1C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E36348-F814-E106-C102-BFEE138F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39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8F2C67-087C-8561-B2C2-33BCA806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00D7FC6-9AC1-C3FF-B237-05A1266D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70DD8A6-082E-BC01-3840-FB7D2DBDC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694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1EE9A-6F06-AA93-2FB8-FE635225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D34451-A1C7-D40E-0C0C-C55557718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184DF9-A3B3-F7B4-9135-ECB5F0176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D0FD75-84B7-A401-5024-9A2E2277C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041E79-4855-C7A5-DF44-92FBF7F95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589531-3016-29F7-EF38-99E7A338C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719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AA53B1-52CB-8D7B-DBEE-C4EAECC98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D40D93F-01A9-475E-B5F6-F0888FC3C8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50E9026-8EC5-CF37-9032-47E5931AA0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1C6C6A-FAA5-CBBF-3241-3FEB84957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277CBA-E7DF-DA22-0CE8-B924C4494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FE0043-8179-AC5E-F6A1-32912BD0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9658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EA46B-7FC7-E3B7-0957-9109ACD4F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7DDC5A-45AB-0FDD-484D-5396485BF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37C4D7-9F70-DC2B-16D2-23C58292B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B0AD2F-EEEC-7C9B-B3E2-6A21622D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AC11BB-2E23-359E-144E-99412D82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452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D4809A-F7C1-9D97-296B-59FF58303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E18E6A9-3EDC-81E5-0FBD-64B2AD61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C7EBAD-F4BA-8ED9-0546-6E6C7AE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2F6763-2FD9-7F98-9EF3-FED88751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91F0E5-7C2D-1301-A5A9-1AEA13BCF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73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7E46DD3-5C58-F9F0-AD27-A07318C19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9C0865-5989-E965-FD6A-666DC4FA6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008B00-F4C7-3126-3FD9-1D79C7F646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69005-907C-FC46-8FF4-6A4A2883456F}" type="datetimeFigureOut">
              <a:rPr lang="de-DE" smtClean="0"/>
              <a:t>05.04.26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BA27573-EF76-AF39-6EDE-BCCFEAE020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A2AE66-D90E-0805-8200-F7690A4CB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79167D-32A0-3849-A53A-046BD96005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3557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9C500012-917D-E6C2-3956-3F2395B0E8F4}"/>
              </a:ext>
            </a:extLst>
          </p:cNvPr>
          <p:cNvSpPr/>
          <p:nvPr/>
        </p:nvSpPr>
        <p:spPr>
          <a:xfrm>
            <a:off x="2940908" y="1705232"/>
            <a:ext cx="1705233" cy="8896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↻  AI-Bild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088C71B-26A3-9199-456B-EE35AF36017A}"/>
              </a:ext>
            </a:extLst>
          </p:cNvPr>
          <p:cNvSpPr/>
          <p:nvPr/>
        </p:nvSpPr>
        <p:spPr>
          <a:xfrm>
            <a:off x="1441622" y="1705232"/>
            <a:ext cx="128922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AVG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Sketch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3C323C0-D2C2-38D0-C280-91C268EC87EE}"/>
              </a:ext>
            </a:extLst>
          </p:cNvPr>
          <p:cNvSpPr/>
          <p:nvPr/>
        </p:nvSpPr>
        <p:spPr>
          <a:xfrm>
            <a:off x="4856205" y="1705232"/>
            <a:ext cx="128922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VGM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 err="1">
                <a:solidFill>
                  <a:schemeClr val="tx1"/>
                </a:solidFill>
              </a:rPr>
              <a:t>Refactor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8DE019F-DB4E-45DE-2BAF-2FFD5E3D26F9}"/>
              </a:ext>
            </a:extLst>
          </p:cNvPr>
          <p:cNvSpPr/>
          <p:nvPr/>
        </p:nvSpPr>
        <p:spPr>
          <a:xfrm>
            <a:off x="6355491" y="1705232"/>
            <a:ext cx="128922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VGM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dirty="0">
                <a:solidFill>
                  <a:schemeClr val="tx1"/>
                </a:solidFill>
              </a:rPr>
              <a:t>Gate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8A6938C-9256-FF05-E51A-51FD78F93A80}"/>
              </a:ext>
            </a:extLst>
          </p:cNvPr>
          <p:cNvSpPr/>
          <p:nvPr/>
        </p:nvSpPr>
        <p:spPr>
          <a:xfrm>
            <a:off x="7854777" y="1705232"/>
            <a:ext cx="1289222" cy="9144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Production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BEAB6267-C3F0-8F82-5AC4-5806977E0757}"/>
              </a:ext>
            </a:extLst>
          </p:cNvPr>
          <p:cNvCxnSpPr>
            <a:stCxn id="7" idx="2"/>
            <a:endCxn id="6" idx="2"/>
          </p:cNvCxnSpPr>
          <p:nvPr/>
        </p:nvCxnSpPr>
        <p:spPr>
          <a:xfrm rot="5400000">
            <a:off x="6250459" y="1869989"/>
            <a:ext cx="12700" cy="1499286"/>
          </a:xfrm>
          <a:prstGeom prst="bentConnector3">
            <a:avLst>
              <a:gd name="adj1" fmla="val 53027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B120DEE-1564-0A3F-64A2-CCAE986AE03D}"/>
              </a:ext>
            </a:extLst>
          </p:cNvPr>
          <p:cNvSpPr txBox="1"/>
          <p:nvPr/>
        </p:nvSpPr>
        <p:spPr>
          <a:xfrm>
            <a:off x="5847882" y="294476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Refine</a:t>
            </a:r>
            <a:endParaRPr lang="de-DE" dirty="0"/>
          </a:p>
        </p:txBody>
      </p:sp>
      <p:cxnSp>
        <p:nvCxnSpPr>
          <p:cNvPr id="14" name="Gerade Verbindung mit Pfeil 10">
            <a:extLst>
              <a:ext uri="{FF2B5EF4-FFF2-40B4-BE49-F238E27FC236}">
                <a16:creationId xmlns:a16="http://schemas.microsoft.com/office/drawing/2014/main" id="{266606F7-6E9F-B754-01B4-B51220FD2FE3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rot="16200000" flipV="1">
            <a:off x="5292811" y="-1501346"/>
            <a:ext cx="12700" cy="6413155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02F26104-FC8F-99C3-F0BC-D8B4803D001F}"/>
              </a:ext>
            </a:extLst>
          </p:cNvPr>
          <p:cNvSpPr txBox="1"/>
          <p:nvPr/>
        </p:nvSpPr>
        <p:spPr>
          <a:xfrm>
            <a:off x="4836935" y="1109961"/>
            <a:ext cx="1042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Innovate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9854C60-7E63-8D17-88F7-CF6A050EA273}"/>
              </a:ext>
            </a:extLst>
          </p:cNvPr>
          <p:cNvSpPr/>
          <p:nvPr/>
        </p:nvSpPr>
        <p:spPr>
          <a:xfrm>
            <a:off x="1297459" y="1157759"/>
            <a:ext cx="3435179" cy="26481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32D0EE4-C8D9-1507-261B-F25A600C06B5}"/>
              </a:ext>
            </a:extLst>
          </p:cNvPr>
          <p:cNvSpPr txBox="1"/>
          <p:nvPr/>
        </p:nvSpPr>
        <p:spPr>
          <a:xfrm>
            <a:off x="1600100" y="3412008"/>
            <a:ext cx="2629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AI-</a:t>
            </a:r>
            <a:r>
              <a:rPr lang="de-DE" dirty="0" err="1"/>
              <a:t>Context</a:t>
            </a:r>
            <a:r>
              <a:rPr lang="de-DE" dirty="0"/>
              <a:t>-Management</a:t>
            </a:r>
          </a:p>
        </p:txBody>
      </p:sp>
    </p:spTree>
    <p:extLst>
      <p:ext uri="{BB962C8B-B14F-4D97-AF65-F5344CB8AC3E}">
        <p14:creationId xmlns:p14="http://schemas.microsoft.com/office/powerpoint/2010/main" val="743099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Jörg Gaudlitz</dc:creator>
  <cp:lastModifiedBy>Jörg Gaudlitz</cp:lastModifiedBy>
  <cp:revision>3</cp:revision>
  <dcterms:created xsi:type="dcterms:W3CDTF">2026-04-04T23:46:10Z</dcterms:created>
  <dcterms:modified xsi:type="dcterms:W3CDTF">2026-04-04T23:59:16Z</dcterms:modified>
</cp:coreProperties>
</file>